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6C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6C8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46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8842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PROCURE360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Accountable AI Copilot for Construction Procurement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 AI India Hackathon 2026  •  Track 3: Procurement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5486400" cy="0"/>
          </a:xfrm>
          <a:prstGeom prst="line">
            <a:avLst/>
          </a:prstGeom>
          <a:noFill/>
          <a:ln w="12700">
            <a:solidFill>
              <a:srgbClr val="1C82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—  [Member 1] • [Member 2] • [Member 3] • [Member 4]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Still Runs on Gut Feel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pain points from construction &amp; procurement practitioners — not hypothetical inefficiencies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11680"/>
            <a:ext cx="731520" cy="7315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1067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vendor allocation decisions driven by gut feel, not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011680"/>
            <a:ext cx="731520" cy="7315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210677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300%+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593592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material costs, breaking 90–120 day fixed-price bids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011680"/>
            <a:ext cx="731520" cy="7315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42" y="21067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 days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455664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contract approval time due to legal &amp; internal review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011680"/>
            <a:ext cx="731520" cy="7315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214" y="210677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317736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unread contracts and unreconciled invoices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compound: a missed clause becomes a change order; an un-flagged invoice mismatch becomes a payment dispute; an unvetted bid becomes a schedule risk discovered months later.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Four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covers the full contract-to-payment lifecycle — not a single point solution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0B3D4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154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13332" y="256032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373" y="266136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 Comparison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154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Price-Hold Risk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82112" y="3182112"/>
            <a:ext cx="219456" cy="21945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1" name="Shape 8"/>
          <p:cNvSpPr/>
          <p:nvPr/>
        </p:nvSpPr>
        <p:spPr>
          <a:xfrm>
            <a:off x="354330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146C8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8046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2252" y="256032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293" y="2661361"/>
            <a:ext cx="575158" cy="5751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04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Risk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8046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71032" y="3182112"/>
            <a:ext cx="219456" cy="21945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8" name="Shape 14"/>
          <p:cNvSpPr/>
          <p:nvPr/>
        </p:nvSpPr>
        <p:spPr>
          <a:xfrm>
            <a:off x="633222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0B3D4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6938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091172" y="256032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13" y="2661361"/>
            <a:ext cx="575158" cy="5751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6938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PO–Invoice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6938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759952" y="3182112"/>
            <a:ext cx="219456" cy="21945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5" name="Shape 20"/>
          <p:cNvSpPr/>
          <p:nvPr/>
        </p:nvSpPr>
        <p:spPr>
          <a:xfrm>
            <a:off x="912114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146C8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25830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880092" y="256032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133" y="2661361"/>
            <a:ext cx="575158" cy="57515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583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Trust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5830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Fraud Signal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Vendor-trust signals from Module 4 feed back into Module 1's bid rankings — the system gets smarter with every project, not just faster.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46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Bid Comparison &amp; Price-Hold Risk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multiple vendor bids (PDF or spreadsheet)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price, lead time, and terms into one ranked comparison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unrealistic price-hold commitments against material cost volatility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answers: which bid is genuinely lowest-risk, not just lowest-price?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155448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48840"/>
          <a:ext cx="4846320" cy="155448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₹42.1L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₹44.8L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6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₹41.6L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583680" y="3931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 B quoted a 120-day price hold on steel — flagged as unrealistic given a 22% cost swing this quarter.”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46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Contract Risk Scanner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awarded contract once a bid is selected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liability clauses and non-standard payment terms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deviations from a company's expected contract language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“spoon-feeding” problem — PMs get key terms without reading 40 pages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155448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Flag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225994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Deviation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223760" y="25237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14.2 requires 60-day net vs. standard 30-day net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246120"/>
            <a:ext cx="502920" cy="5029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60" y="331150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Cap Missing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223760" y="35753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indemnification cap found — unusual vs. company template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83680" y="4297680"/>
            <a:ext cx="502920" cy="50292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436306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cites the exact clause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223760" y="46268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human can verify it in seconds, not re-read the contract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&amp; 4 — Reconciliation &amp; Vendor Trust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components — fully specified architecture, built out beyond Stage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008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PO–Invoice Reconciliation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purchase orders against incoming invoices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quantity, price, and specification mismatches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Shortens the accounts-payable dispute cycle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friction that currently delays supplier payment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11680"/>
            <a:ext cx="685800" cy="68580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54" y="21008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Trust &amp; Fraud Signal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discrepancy &amp; delay patterns per vendor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 billing or price inflation vs. history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running reliability profile per vendor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back into Module 1's bid rankings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46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Accountability by Design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GeM's proven trust mechanisms and global AI-governance standards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46C82">
              <a:alpha val="8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90" y="218633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Flags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920240" y="2514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flag cites the exact clause or field that triggered it — no black-box scores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9224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46C82">
              <a:alpha val="8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766560" y="2103120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770" y="218633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Mechanism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89520" y="2514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challenge any flag — mirrors GeM's formal bid-rejection challenge right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46C82">
              <a:alpha val="8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90" y="4426610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Audit Log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920240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&amp; flag is timestamped and exportable, like GeM's transaction audit trail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92240" y="40690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46C82">
              <a:alpha val="85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6766560" y="4343400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770" y="4426610"/>
            <a:ext cx="473659" cy="4736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589520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copilot, not an autonomous approver — humans sign off on every action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Track 3 — Not Adjacent to It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12064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3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 &amp;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 &amp;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Different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35040" y="16916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Infra.Market, OfBusiness, Kojo: materials sourcing &amp; pricing — not document intelligence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 (global): bid comparison exists abroad, validating demand — but not India-specific or vendor-trust-linked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 AI: strong at post-award tracking — Procure360 covers upstream sourcing, contracting &amp; reconciliation, designed to plug into Kaya's data layer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34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Procure360 as complementary to Kaya AI's platform — focused on the sourcing and contracting decisions that happen before and alongside Kaya's tracking layer.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Scalability &amp; Stage 1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Scalability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small &amp; mid-size contractors, not just mission-critical enterprise projects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reduces gut-feel decisions and late-caught contract/invoice errors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Vendor-trust layer compounds in value across projects, not per-project reset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path to integrate with GeM's public procurement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Delivery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796" y="17053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664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demoed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3720" y="19933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+ Module 2, working prototypes on sample &amp; public GeM tender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606040"/>
            <a:ext cx="457200" cy="45720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26654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624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03720" y="2953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+ Module 4, full architecture and UI mockups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3566160"/>
            <a:ext cx="457200" cy="45720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362559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3584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Post-hackathon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903720" y="39136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GeM ERP/API and Kaya AI platform integration, pending institutional onboarding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 |  Track 3: Procurement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6C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6C8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46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is one of the world's largest industries — and one of its least digitized.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Procure360 brings accountable, explainable AI to the contracts, bids, invoices and vendor relationships that hold it back — one auditable decision at a time.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120640"/>
            <a:ext cx="5486400" cy="0"/>
          </a:xfrm>
          <a:prstGeom prst="line">
            <a:avLst/>
          </a:prstGeom>
          <a:noFill/>
          <a:ln w="12700">
            <a:solidFill>
              <a:srgbClr val="1C82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[Team Name]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Procure360 - Kaya AI India Hackathon 2026</dc:title>
  <dc:subject>PptxGenJS Presentation</dc:subject>
  <dc:creator>Procure360 Team</dc:creator>
  <cp:lastModifiedBy>Procure360 Team</cp:lastModifiedBy>
  <cp:revision>1</cp:revision>
  <dcterms:created xsi:type="dcterms:W3CDTF">2026-07-08T08:58:06Z</dcterms:created>
  <dcterms:modified xsi:type="dcterms:W3CDTF">2026-07-08T08:58:06Z</dcterms:modified>
</cp:coreProperties>
</file>